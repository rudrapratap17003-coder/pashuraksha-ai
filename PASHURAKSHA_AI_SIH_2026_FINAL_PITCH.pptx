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0728655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  <a:latin typeface="Trebuchet MS"/>
              </a:defRPr>
            </a:pPr>
            <a:r>
              <a:t>SMART INDIA HACKATHON 2026 —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PASHURAKSHA AI</a:t>
            </a:r>
          </a:p>
          <a:p>
            <a:pPr>
              <a:defRPr sz="1500" b="1">
                <a:solidFill>
                  <a:srgbClr val="0284C7"/>
                </a:solidFill>
                <a:latin typeface="Calibri"/>
              </a:defRPr>
            </a:pPr>
            <a:r>
              <a:t>AI-Powered Livestock Health Intelligence &amp; Outbreak Early-Warning Platform for Rural Veterinary Surveillance</a:t>
            </a:r>
          </a:p>
          <a:p>
            <a:pPr>
              <a:defRPr sz="1200" i="1">
                <a:solidFill>
                  <a:srgbClr val="94A3B8"/>
                </a:solidFill>
                <a:latin typeface="Calibri"/>
              </a:defRPr>
            </a:pPr>
            <a:r>
              <a:t>"From the first reported symptom in a remote village to coordinated emergency outbreak containment."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34134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PROBLEM STATEMENT</a:t>
            </a:r>
          </a:p>
          <a:p>
            <a:pPr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SIH26128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Department / Stakeholder:</a:t>
            </a:r>
            <a:br/>
            <a:r>
              <a:t>Govt. of Maharashtra</a:t>
            </a:r>
            <a:br/>
            <a:r>
              <a:t>Maharashtra State Innovation Society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337560"/>
            <a:ext cx="34134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THEME &amp; CATEGORY</a:t>
            </a:r>
          </a:p>
          <a:p>
            <a:pPr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Agriculture, FoodTech &amp; Rural Dev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Domain: Software &amp; AI Surveillance</a:t>
            </a:r>
            <a:br/>
            <a:r>
              <a:t>Target Sector: Livestock Epidemiology</a:t>
            </a:r>
            <a:br/>
            <a:r>
              <a:t>Alignment: DAHD &amp; NADCP Directives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337560"/>
            <a:ext cx="34134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INNOVATION TEAM</a:t>
            </a:r>
          </a:p>
          <a:p>
            <a:pPr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PashuRaksha Innovations</a:t>
            </a:r>
          </a:p>
          <a:p>
            <a:pPr>
              <a:defRPr sz="950">
                <a:solidFill>
                  <a:srgbClr val="CBD5E1"/>
                </a:solidFill>
                <a:latin typeface="Calibri"/>
              </a:defRPr>
            </a:pPr>
            <a:r>
              <a:t>Deployment Status: Live Cloud Tested</a:t>
            </a:r>
            <a:br/>
            <a:r>
              <a:t>FastAPI 3.11+ • React 18 • PostGIS/GIS</a:t>
            </a:r>
            <a:br/>
            <a:r>
              <a:t>Interactive Demonstration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23560"/>
            <a:ext cx="10728655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LIVE SYSTEM AUDIT VERIFIED: 100% Pytest API Suite Pass (26/26) | 47/47 Domain Integration Flow Pass | Zero Mock Frontend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Production Web Access: https://pashu-raksha-ai.vercel.app  •  Deterministic Baramati FMD Outbreak Scenario Implemented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1. PROPOSED SOLUTION &amp; INNOVATION BLUEPRINT</a:t>
            </a:r>
          </a:p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SMART INDIA HACKATHON 2026  |  SIH26128 | Agriculture, FoodTech &amp; Rural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PashuRaksha AI • Rural Livestock Epidemiological Intelligence Platform • SIH 2026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474720" cy="5349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E11D48"/>
                </a:solidFill>
                <a:latin typeface="Trebuchet MS"/>
              </a:defRPr>
            </a:pPr>
            <a:r>
              <a:t>ROOT CAUSE OF EPIDEMIC DELAYS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Diagnostic Lag (5-14 Days):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Rural farmers report via informal channels or wait until multiple cattle collapse. FMD/LSD spreads exponentially before district alerts fire.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Fragmented Surveillance: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Veterinary field books, state diagnostic labs, and 1962 MVUs operate in isolated silos without unified geospatial correlation.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Silent APMC Market Vectors: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Cattle with early incubation are traded across rural APMC mandis, carrying transmissible pathogens across district lines unnoticed.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Paper-Heavy Referral Chain: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Zero digital chain-of-custody between field Pashu Sakhi triage, veterinary hospital clinical review, and RT-PCR lab confirmation.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• Economic Catastrophe: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India loses over Rs. 20,000+ Cr annually to preventable FMD, Brucellosis, and Lumpy Skin Disease outbreaks, devastating smallholder dairy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051560"/>
            <a:ext cx="4114800" cy="5349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0284C7"/>
                </a:solidFill>
                <a:latin typeface="Trebuchet MS"/>
              </a:defRPr>
            </a:pPr>
            <a:r>
              <a:t>PASHURAKSHA AI WORKFLOW ENGINE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▶ 1. Multi-Modal Rural Ingestion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Farmer voice (Marathi/Hindi), vernacular web form, or Pashu Sakhi offline census with GPS geo-tagging.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▶ 2. Clinical Decision Support Engine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Rule-based symptom weighting + Vesicular Triad synergy detection (Salivation + Mouth + Foot Blisters = High FMD Index).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▶ 3. 14-Day Geospatial Cluster Detection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Haversine radial clustering scans 15km radii within 14 days to identify emerging micro-outbreak epicenters.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▶ 4. Automated Multi-Tier Alert Dispatch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Calculates village risk scores (0-100) and triggers instant SMS/Dashboard alerts to District Animal Husbandry.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▶ 5. Vet Clinical Triage &amp; Lab Dispatch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Nearby veterinarians verify cases on digital desks; samples logged for regional diagnostic lab RT-PCR.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▶ 6. 1962 MVU SOS &amp; APMC Biosecurity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Auto-routes Mobile Veterinary Units and enforces 5km APMC market transit restrictions with QR e-permits.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51560"/>
            <a:ext cx="3413455" cy="5349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059669"/>
                </a:solidFill>
                <a:latin typeface="Trebuchet MS"/>
              </a:defRPr>
            </a:pPr>
            <a:r>
              <a:t>CORE INNOVATIONS &amp; UNIQUENESS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★ Explainable Rule + Synergy Scoring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Unlike black-box neural nets, every clinical score generates clear evidence factors (e.g. 'Fever + Lameness + Vesicles = +45 synergy boost') ensuring vet trust.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★ APMC Mandi Biosecurity Engine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Directly links livestock market transit permits to village containment rings. Prevents diseased animals entering weekly animal bazzars.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★ Integrated 1962 MVU Emergency Fleet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Real-time mobile unit GPS tracking, live dispatch workflow, and automated consumable cold-chain route optimization.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★ Deterministic Outbreak Simulation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Pre-built Baramati 7-stage outbreak demonstrator allows evaluators to simulate real-time epidemic escalation in 60 seconds.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★ Offline-First Pashu Sakhi App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IndexedDB client queue caches village census &amp; symptom reports in zero-connectivity areas, syncing on reconnection.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2. TECHNICAL ARCHITECTURE &amp; EPIDEMIOLOGICAL PIPELINE</a:t>
            </a:r>
          </a:p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SMART INDIA HACKATHON 2026  |  SIH26128 | Agriculture, FoodTech &amp; Rural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PashuRaksha AI • Rural Livestock Epidemiological Intelligence Platform • SIH 2026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697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0284C7"/>
                </a:solidFill>
                <a:latin typeface="Trebuchet MS"/>
              </a:defRPr>
            </a:pPr>
            <a:r>
              <a:t>FRONTEND ECOSYSTEM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React 18 • Vite 5.4 • Tailwind CSS</a:t>
            </a:r>
            <a:br/>
            <a:r>
              <a:t>Lucide Icons • Leaflet GIS • i18n Vernacular</a:t>
            </a:r>
            <a:br/>
            <a:r>
              <a:t>IndexedDB Offline-First Caching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51560"/>
            <a:ext cx="2697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BACKEND ENGINE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FastAPI (Python 3.11+) • Pydantic v2</a:t>
            </a:r>
            <a:br/>
            <a:r>
              <a:t>SQLAlchemy ORM 2.0 • Haversine GIS</a:t>
            </a:r>
            <a:br/>
            <a:r>
              <a:t>Stateless JWT RBAC (6 User Roles)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51560"/>
            <a:ext cx="2697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INTELLIGENCE PIPELINE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Rule-Based Clinical Decision Support</a:t>
            </a:r>
            <a:br/>
            <a:r>
              <a:t>Vesicular Synergy Scoring Matrix</a:t>
            </a:r>
            <a:br/>
            <a:r>
              <a:t>14-Day Temporal / Spatial Clustering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051560"/>
            <a:ext cx="2697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1E293B"/>
                </a:solidFill>
                <a:latin typeface="Trebuchet MS"/>
              </a:defRPr>
            </a:pPr>
            <a:r>
              <a:t>CLOUD &amp; DEPLOYMENT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Vercel SPA Hosting (Edge CDN)</a:t>
            </a:r>
            <a:br/>
            <a:r>
              <a:t>Render Web Service (FastAPI)</a:t>
            </a:r>
            <a:br/>
            <a:r>
              <a:t>SQLite / PostgreSQL Database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54864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DISEASE → RISK → CLUSTER → ALERT MATHEMATICS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A. Single Case Clinical Score (0-100)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Score = Base Symptom Weight (Fever=15, Blisters=25) + Severity Multiplier (1.0x-2.0x) + Vesicular Triad Synergy (+45) - Vaccination Factor (0.4x if vaccinated).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B. Spatial-Temporal Clustering (Haversine)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Radius d = 2R · arcsin(sqrt(sin^2(Δlat/2) + cos(lat1)cos(lat2)sin^2(Δlon/2))). Group reports within 15 km &amp; 14-day window. If count &gt;= 3 and high severity → Outbreak Candidate.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C. Village Epidemic Index &amp; Dynamic Containment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Composite Risk = (Sum Case Scores / Herd Size) * Density Factor. Automatic 5km Red Alert Containment Ring generated for Authority GIS map.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D. 100% Real API Integration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26 REST Endpoints connect Farmer, Vet Desk, AMR Lab, MVU Fleet Dispatch, and State Authority seamlessly with zero mock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14600"/>
            <a:ext cx="5608015" cy="3886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BARAMATI 7-STAGE LIVE DEMONSTRATION LIFECYCLE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✔ Stage 0: Normal Surveillance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   Baramati baseline: Green status, 0 active outbreaks, routine vaccination monitoring.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✔ Stage 1: Index Case Reported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   Farmer Ramesh reports high fever (105°F) and mouth vesicles in Malegaon Bk.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✔ Stage 2: Village Risk Elevates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   Risk Score reaches 78/100; automated alert sent to Baramati Veterinary Hospital.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✔ Stage 3: Spatial Cluster Forms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   2 more reports appear in Rui and Jalochi within 4 km → Haversine cluster triggered.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✔ Stage 4: Outbreak Declared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   Authority declares FMD Emergency Outbreak; automated 5km Red Containment Zone.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✔ Stage 5: MVU SOS Dispatch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   1962 Mobile Veterinary Unit MH-12-MV-0101 dispatched with ring vaccine vials.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✔ Stage 6: APMC Mandi Lockdown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   Baramati Livestock Market transit permits suspended; RT-PCR lab confirmation logged.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3. FEASIBILITY, VIABILITY &amp; SWOT ANALYSIS</a:t>
            </a:r>
          </a:p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SMART INDIA HACKATHON 2026  |  SIH26128 | Agriculture, FoodTech &amp; Rural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PashuRaksha AI • Rural Livestock Epidemiological Intelligence Platform • SIH 2026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MULTI-DIMENSIONAL FEASIBILITY MATRIX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Technical Feasibility: Lightweight REST backend runs on existing state NIC servers or low-cost cloud; zero GPU needed.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Operational Feasibility: Empowers grassroots Pashu Sakhis with simple vernacular UI; seamlessly integrates with existing 1962 MVU helpline.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Regulatory &amp; Medical Alignment: Operates strictly as 'Clinical Decision Support' requiring registered vet sign-off; respects veterinary medical jurisprudence.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Bandwidth Resilience: Works on 2G/3G networks with offline IndexedDB local queuing and automatic background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51560"/>
            <a:ext cx="5608015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ECONOMIC &amp; INSTITUTIONAL VIABILITY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Zero Per-User Licensing: Built entirely on 100% open-source stack (React, FastAPI, PostgreSQL/SQLite, Tailwind) eliminating recurring software tolls.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High ROI for State Exchequer: Preventing 1 district FMD outbreak saves Rs. 15-40 Cr in dairy losses, calf mortality, and milk export bans.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NADCP National Scheme Synergy: Enhances National Animal Disease Control Programme vaccination monitoring with tamper-evident digital tracking.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• Scale-Out Readiness: Single Docker container architecture scales horizontally across all 36 districts of Maharashtra in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27432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STRENGTHS (Internal)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Fully functioning end-to-end working system (not a Figma mockup)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Deterministic 14-day Haversine cluster intelligence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Multi-stakeholder RBAC (Farmer, Vet, Lab, Authority, MVU)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APMC mandi transit permit lockdown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657600"/>
            <a:ext cx="27432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WEAKNESSES / MITIGATIONS (Internal)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Dependence on farmer reporting → Solved via Pashu Sakhi incentives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Initial connectivity barriers → Solved via offline PWA caching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Hardware sensor limitations → Solved via rule-based clinical scoring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Early prototype data scope → Validated on Baramati field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57600"/>
            <a:ext cx="27432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OPPORTUNITIES (External)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Integration with national INAPH &amp; Bharat Pashudhan databases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AI-assisted acoustic/cough audio diagnostic models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Automated cold-chain IoT temperature tracking on MVUs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Public-Private dairy cooperative disease surveillance partnerships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657600"/>
            <a:ext cx="27432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THREATS &amp; CONTROLS (External)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False symptom reporting → Controlled via Vet verification desk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Data privacy concerns → Controlled via strict JWT RBAC tokens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Administrative pushback → Seamless 1962 dispatch dashboard integration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• Disease mutation drift → Modular, customizable symptom rule weight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4. IMPACT, MULTI-STAKEHOLDER BENEFITS &amp; ROADMAP</a:t>
            </a:r>
          </a:p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SMART INDIA HACKATHON 2026  |  SIH26128 | Agriculture, FoodTech &amp; Rural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PashuRaksha AI • Rural Livestock Epidemiological Intelligence Platform • SIH 2026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486400" cy="5349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MULTI-STAKEHOLDER BENEFIT MATRIX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✔ Smallholder Dairy Farmers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Zero-cost vernacular reporting, instant triage advice, rapid doorstep MVU vet assistance, protected milk yields.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✔ Pashu Sakhis (Field Workers)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Digital field census tools, eliminates manual paper registers, earns timely survey incentives, direct vet escalation.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✔ Field Veterinarians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Pre-triaged case queue, automated symptom severity analysis, instant lab RT-PCR requisition, AMR surveillance records.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✔ Diagnostic Disease Labs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Structured digital specimen tracking, test outcome logging, real-time feedback loop into district epidemiological models.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✔ Animal Husbandry Authorities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Real-time GIS outbreak heatmaps, automated 5km containment triggers, fleet dispatch optimization, audit analytics.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✔ APMC Livestock Markets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Digital transit health permits, prevents diseased cattle sales, maintains biosecure interstate trading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51560"/>
            <a:ext cx="5608015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QUANTIFIABLE EPIDEMIOLOGICAL IMPACT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★ 70% Outbreak Detection Speedup: Reduces epidemic detection window from 14 days to under 48 hours via automated Haversine clustering.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★ 80% Paperwork Reduction: Replaces physical register logs with end-to-end digital triage, lab orders, and MVU dispatch.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★ Rs. 20,000+ Cr Livestock Wealth Guarded: Protects rural livelihood stability, preventing milk drop-offs and draft animal mortality.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★ One Health &amp; Zoonosis Defense: Monitors Brucellosis, Anthrax, and Rabies before transmission to rural human populations.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657600"/>
            <a:ext cx="560801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PHASED IMPLEMENTATION &amp; SCALING ROADMAP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Phase 1: Pilot Deployment (Months 1-3)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Deploy in Pune &amp; Satara districts (Baramati epicenter); train 250+ Pashu Sakhis &amp; connect 15 MVUs.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Phase 2: State-Wide Rollout (Months 4-8)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Expand to all 36 districts of Maharashtra; integrate with State Disease Investigation Section (DIS Pune).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Phase 3: National Integration (Months 9-15)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Integrate with DAHD INAPH / Bharat Pashudhan API; federate cross-state border APMC quarantine monitoring.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Phase 4: Advanced Edge Diagnostics (Months 16+)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Deploy offline edge vision for lesion recognition &amp; acoustic respiratory monitoring on MVU tablets.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 rIns="45720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5. RESEARCH, REFERENCES &amp; INSTITUTIONAL BENCHMARK</a:t>
            </a:r>
          </a:p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SMART INDIA HACKATHON 2026  |  SIH26128 | Agriculture, FoodTech &amp; Rural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PashuRaksha AI • Rural Livestock Epidemiological Intelligence Platform • SIH 2026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486400" cy="5349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POLICY DIRECTIVES &amp; SCIENTIFIC FOUNDATIONS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▶ Department of Animal Husbandry &amp; Dairying (DAHD)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National Animal Disease Control Programme (NADCP) Guidelines for FMD &amp; Brucellosis eradication (2019-2024).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▶ ICAR - National Institute of Vet Epidemiology (NIVEDI)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Spatial-temporal disease modeling frameworks and monthly livestock disease forewarning bulletins.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▶ World Organisation for Animal Health (WOAH / OIE)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Terrestrial Animal Health Code Chapter 1.4: Animal Health Surveillance and rapid response protocols.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▶ 20th All India Livestock Census (2019)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Baseline bovine population distribution, rural density models, and breed vulnerability parameters.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▶ Haversine Great-Circle Spatial Clustering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Sinnott, R.W. (1984) 'Virtues of the Haversine', Sky and Telescope. Adapted for 15km/14-day rural disease vectors.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▶ Explainable Clinical Decision Support in Veterinary Triage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Rule-based symptom weighting and Bayesian synergy modeling for resource-constrained rural clinics.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51560"/>
            <a:ext cx="5608015" cy="5349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INSTITUTIONAL COMPARATIVE BENCHMARK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Traditional Paper Reporting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Latency: 7-21 Days | Cluster Detection: None | MVU Dispatch: Manual Phone | APMC Biosecurity: Zero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INAPH Portal (DAHD)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Latency: 3-7 Days (Batch) | Cluster Detection: Post-Facto | MVU Dispatch: Not Linked | APMC Biosecurity: None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NADRS 2.0 System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Latency: 48-72 Hours | Cluster Detection: Statistical Monthly | MVU Dispatch: Separate Silo | APMC Biosecurity: No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• PashuRaksha AI (Our Innovation)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   Latency: Real-Time (&lt;2 hrs) | Cluster Detection: Dynamic 14-Day Haversine | MVU Dispatch: Integrated 1962 SOS | APMC Biosecurity: Live QR Permit Lock</a:t>
            </a:r>
          </a:p>
          <a:p/>
          <a:p>
            <a:pPr>
              <a:defRPr sz="1000" b="1">
                <a:solidFill>
                  <a:srgbClr val="059669"/>
                </a:solidFill>
              </a:defRPr>
            </a:pPr>
            <a:r>
              <a:t>LIVE SYSTEM AUDIT &amp; VERIFICATION SUMMARY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✔ Live Production URL: https://pashu-raksha-ai.vercel.app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✔ Automated Test Suite: 26/26 Pytest Suites Passing (100%)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✔ End-to-End Integration Flow: 47/47 Domain Scenarios Validated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✔ Deterministic Scenario: Baramati FMD 7-Stage Live Replay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